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221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549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330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870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0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85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12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099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584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34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855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7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Master Tiles Web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lang="en-US" dirty="0"/>
              <a:t>Term Project</a:t>
            </a: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Created Using PHP, MySQL, HTML, CSS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Group Members: [Add Names]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Supervisor: [Add Supervisor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Develop a dynamic and responsive website for Master Tiles company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Enable users to request quotes and contact the company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Admin panel to manage quote and contact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t>Frontend: HTML5, CSS3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Backend: PHP (Server-side scripting)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Database: MySQL (Relational Database)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Tools: Dreamweaver, XAMPP, VS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Homepage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Displays banner, welcome message, and navigation menu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Professional and clean UI</a:t>
            </a:r>
            <a:r>
              <a:rPr lang="en-US" dirty="0"/>
              <a:t> and 3D animated UI</a:t>
            </a:r>
            <a:endParaRPr dirty="0"/>
          </a:p>
          <a:p>
            <a:pPr>
              <a:defRPr sz="2000">
                <a:solidFill>
                  <a:srgbClr val="282828"/>
                </a:solidFill>
              </a:defRPr>
            </a:pPr>
            <a:r>
              <a:rPr dirty="0"/>
              <a:t>Responsive layout with logo and links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About Us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Details about the company, vision, and mission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Includes company history and strengths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Reinforces trust and brand image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Products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t>Lists available tile products (e.g., Marble, Ceramic, Porcelain)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May include images and descriptions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Easy navigation for potential customers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Quote Request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t>User submits name, email, product name, and quantity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Automatically calculates total cost (dummy pricing)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Data is saved to 'quotes' table in the 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Contact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t>User can send inquiries or feedback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Form inputs: name, email, and message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Data saved to 'contacts' table in MySQL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Admin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Accessible by authorized users (no login in this version)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Displays records from quote and contact tables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Used for customer interaction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Database: master_tiles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Table 1: quotes (id, name, email, product, quantity, total_price)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Table 2: contacts (id, name, email, message)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Simple and optimized schema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Code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t>Uses modular PHP includes for header and footer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All forms use POST method and store data securely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Admin dashboard reads from MySQL using SQL queries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Screenshots to Include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t>Homepage view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Quote request form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Contact form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Admin panel interface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Database table view in phpMyAdmin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Managing form validation and user experience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Connecting PHP to MySQL securely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Maintaining design consistency across pages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Improved PHP and SQL skills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Hands-on experience with database integration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Team collaboration on web-based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Add user login and authentication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Include search and filter for products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Generate dynamic invoices for quotes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Add images and style each product entry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>
                <a:solidFill>
                  <a:srgbClr val="282828"/>
                </a:solidFill>
              </a:defRPr>
            </a:pPr>
            <a:r>
              <a:t>Successfully developed a dynamic tile website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Meets client goals and academic requirements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Ready for deployment with enhancements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</TotalTime>
  <Words>409</Words>
  <Application>Microsoft Office PowerPoint</Application>
  <PresentationFormat>On-screen Show (4:3)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Gill Sans MT</vt:lpstr>
      <vt:lpstr>Gallery</vt:lpstr>
      <vt:lpstr>Master Tiles Web Project</vt:lpstr>
      <vt:lpstr>Project Objective</vt:lpstr>
      <vt:lpstr>Technologies Used</vt:lpstr>
      <vt:lpstr>Homepage</vt:lpstr>
      <vt:lpstr>About Us Page</vt:lpstr>
      <vt:lpstr>Products Page</vt:lpstr>
      <vt:lpstr>Quote Request Page</vt:lpstr>
      <vt:lpstr>Contact Page</vt:lpstr>
      <vt:lpstr>Admin Panel</vt:lpstr>
      <vt:lpstr>Database Schema</vt:lpstr>
      <vt:lpstr>Code Overview</vt:lpstr>
      <vt:lpstr>Screenshots to Include</vt:lpstr>
      <vt:lpstr>Challenges Faced</vt:lpstr>
      <vt:lpstr>Learning Outcomes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رامس علی</cp:lastModifiedBy>
  <cp:revision>2</cp:revision>
  <dcterms:created xsi:type="dcterms:W3CDTF">2013-01-27T09:14:16Z</dcterms:created>
  <dcterms:modified xsi:type="dcterms:W3CDTF">2025-05-02T22:33:51Z</dcterms:modified>
  <cp:category/>
</cp:coreProperties>
</file>